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Mihi whakatau. Welcome everyone. Today you are going to build a REAL app — not a pretend one, not a school project. Something that could actually be used at this marae.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rule clearly. Ask: does anyone have questions? Don't move on until the room is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Split the room in half — left side Team 1, right side Team 2. Mix ages if possible. Each team needs at least one person who feels comfortable with their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teams 5 minutes to decide which option they want. They can both pick the same option or different ones. Option 1 teams get the template from you. Option 2 teams start with a blank page and the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slide up the whole time teams are discussing. Don't read it out — let them read it themselves. It's a prompt, not a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important step. Teams who design first build better and faster. Push them to write their answers on paper before opening Claude. Walk around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 stop at 12:30. Be back at 1:15. Keep kai social — check in with teams informally about their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between teams. If a team is stuck on Claude prompts — help them describe their app more clearly. The prompt is the skill. Hard stop at 3:00pm no matter what.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time strictly. Use a visible timer. Audience can ask one question each. You decide the winner after both teams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 before presentations start so teams know what you're looking for. You are the sole judge — your call is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Announce the winner. Celebrate both teams. Remind everyone the tools are free and available tonight. Leave them with the three URLs.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show this if a team is genuinely stuck. Offer Option 1 first — it removes the blank page problem entirely. If they still want their own idea, read the questions one at a time and give them 2 minutes to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3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PARIKINO MARAE  ·  KUPU AI WĀNANGA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  <a:latin typeface="Cambria"/>
              </a:rPr>
              <a:t>Kupu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777240"/>
            <a:ext cx="1280160" cy="8229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0" y="77724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1A"/>
                </a:solidFill>
                <a:latin typeface="Cambria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700"/>
                </a:solidFill>
                <a:latin typeface="Cambria"/>
              </a:rPr>
              <a:t>Build a real app.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Calibri"/>
              </a:rPr>
              <a:t>On your phone. In one 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370832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11am – 4pm   ·   Parikino Marae   ·   Rangatahi 13–17   ·   Facilitated by Kelly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THE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700"/>
                </a:solidFill>
                <a:latin typeface="Cambria"/>
              </a:rPr>
              <a:t>Four rules. Remember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640080" cy="5943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17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Your idea must solve a real marae problem.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640080" cy="5943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mbr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4027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Phones only. No laptops needed.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640080" cy="5943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mbr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6323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You design it before you build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640080" cy="5943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mbria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86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</a:rPr>
              <a:t>The best app wins.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3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YOUR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700"/>
                </a:solidFill>
                <a:latin typeface="Cambria"/>
              </a:rPr>
              <a:t>Two teams. One winner.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749039" cy="2926080"/>
          </a:xfrm>
          <a:prstGeom prst="round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mbria"/>
              </a:rPr>
              <a:t>ORANGE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Pick your problem.
Design your app.
Build it.
Present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371600"/>
            <a:ext cx="3749039" cy="2926080"/>
          </a:xfrm>
          <a:prstGeom prst="round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46304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mbria"/>
              </a:rPr>
              <a:t>GREEN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5146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Pick your problem.
Design your app.
Build it.
Present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YOUR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D700"/>
                </a:solidFill>
                <a:latin typeface="Cambria"/>
              </a:rPr>
              <a:t>Pick one. Both are hard.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749039" cy="3291840"/>
          </a:xfrm>
          <a:prstGeom prst="round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mbria"/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Build the Parikino Marae Guide app.
Step-by-step instructions for visitors — how to use the kitchen, turn the pump on, set up the wharenui.
Film your own videos. Add them to the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371600"/>
            <a:ext cx="3749039" cy="3291840"/>
          </a:xfrm>
          <a:prstGeom prst="round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4630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OPTION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874519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mbria"/>
              </a:rPr>
              <a:t>Your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33172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Find a real marae problem.
Go through the method.
Discover → Design → Build → Present.
Your problem. Your app. Your call.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663440"/>
            <a:ext cx="822960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Both teams are judged the same way: Real problem · Working app · Marae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STEP 1 OF 4  ·  FIND YOUR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D700"/>
                </a:solidFill>
                <a:latin typeface="Cambria"/>
              </a:rPr>
              <a:t>What problem does this marae have?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685800"/>
            <a:ext cx="1828800" cy="548640"/>
          </a:xfrm>
          <a:prstGeom prst="roundRect">
            <a:avLst/>
          </a:prstGeom>
          <a:solidFill>
            <a:srgbClr val="E3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685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⏱ 15 MINS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457200" cy="5029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6304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What is hard or slow or confusing at the marae right now?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457200" cy="5029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40279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Who has the problem — kaumātua, whānau, visitors?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71800"/>
            <a:ext cx="457200" cy="5029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1752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Would an app actually fix it?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39"/>
            <a:ext cx="457200" cy="5029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49039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94759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What would the app need to do?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3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STEP 1 OF 4  ·  IDEAS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mbria"/>
              </a:rPr>
              <a:t>What sux?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700"/>
                </a:solidFill>
                <a:latin typeface="Calibri"/>
              </a:rPr>
              <a:t>Every app you use — Snapchat, TikTok, YouTube — started because someone was annoyed enough to fix something.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65760" cy="36576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2140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What happens at this marae that makes you roll your eyes?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33472"/>
            <a:ext cx="365760" cy="36576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33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What do the older ones struggle with that you could sort in 5 minutes?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63824"/>
            <a:ext cx="365760" cy="36576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6382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8211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What would actually make your mates want to come here?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94175"/>
            <a:ext cx="365760" cy="36576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94175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12463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What piece of this marae's story is going to disappear if nobody captures it?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24527"/>
            <a:ext cx="365760" cy="36576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2452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42815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If you could hand your nan one thing on her phone — what would it be?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63440"/>
            <a:ext cx="8229600" cy="36576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You're not here to build someone else's idea. Build the thing that actually matters to you.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STEP 2 OF 4  ·  DESIGN BEFORE YOU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D700"/>
                </a:solidFill>
                <a:latin typeface="Cambria"/>
              </a:rPr>
              <a:t>What will your app actually do?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685800"/>
            <a:ext cx="1828800" cy="548640"/>
          </a:xfrm>
          <a:prstGeom prst="roundRect">
            <a:avLst/>
          </a:prstGeom>
          <a:solidFill>
            <a:srgbClr val="E3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685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⏱ 20 MINS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280160" cy="5943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Name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5087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What is your app called?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1280160" cy="5943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3317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Who uses it — and what do they do in it?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63240"/>
            <a:ext cx="1280160" cy="5943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6324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Screens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1546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What screens does it need? (3 max)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86200"/>
            <a:ext cx="1280160" cy="5943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88620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977639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What information does it store or show?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  <a:latin typeface="Calibri"/>
              </a:rPr>
              <a:t>Write it down before you touch Claude.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KAI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D700"/>
                </a:solidFill>
                <a:latin typeface="Cambria"/>
              </a:rPr>
              <a:t>Good kai. Good kōrero.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Calibri"/>
              </a:rPr>
              <a:t>30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926080"/>
            <a:ext cx="3657600" cy="640080"/>
          </a:xfrm>
          <a:prstGeom prst="roundRect">
            <a:avLst/>
          </a:prstGeom>
          <a:solidFill>
            <a:srgbClr val="E3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9260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Back at 1:15pm sharp 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D700"/>
                </a:solidFill>
                <a:latin typeface="Calibri"/>
              </a:rPr>
              <a:t>Think about your app while you eat.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3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STEP 3 OF 4  ·  BUILD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D700"/>
                </a:solidFill>
                <a:latin typeface="Cambria"/>
              </a:rPr>
              <a:t>Open Claude. Start building.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685800"/>
            <a:ext cx="1828800" cy="548640"/>
          </a:xfrm>
          <a:prstGeom prst="roundRect">
            <a:avLst/>
          </a:prstGeom>
          <a:solidFill>
            <a:srgbClr val="E3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685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⏱ 90 MINS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457200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53896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Open claude.ai on your phone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457200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39696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Tell Claude your app name, the problem, and the screens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88920"/>
            <a:ext cx="457200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88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25496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Copy the code it gives you into GitHub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457200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511296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Deploy to Vercel — your app goes 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60520"/>
            <a:ext cx="457200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mbr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197096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Test it. Fix anything broken.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6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STEP 4 OF 4  ·  PRESENT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D700"/>
                </a:solidFill>
                <a:latin typeface="Cambria"/>
              </a:rPr>
              <a:t>Show us what you built.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685800"/>
            <a:ext cx="1828800" cy="548640"/>
          </a:xfrm>
          <a:prstGeom prst="roundRect">
            <a:avLst/>
          </a:prstGeom>
          <a:solidFill>
            <a:srgbClr val="E3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685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⏱ 5 MINS 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Each team presents for 5 minutes. Cover these: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457200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What is the problem you solved?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6040"/>
            <a:ext cx="457200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517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Show us the app — live, on your phone.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91840"/>
            <a:ext cx="457200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375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Who at this marae would use it?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77639"/>
            <a:ext cx="457200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776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023359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What would you add if you had more time?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HOW WE JUDGE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D700"/>
                </a:solidFill>
                <a:latin typeface="Cambria"/>
              </a:rPr>
              <a:t>Three things matter.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8229600" cy="914400"/>
          </a:xfrm>
          <a:prstGeom prst="roundRect">
            <a:avLst/>
          </a:prstGeom>
          <a:solidFill>
            <a:srgbClr val="3D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Cambria"/>
              </a:rPr>
              <a:t>Real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Does it solve something this marae actually has?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8229600" cy="914400"/>
          </a:xfrm>
          <a:prstGeom prst="roundRect">
            <a:avLst/>
          </a:prstGeom>
          <a:solidFill>
            <a:srgbClr val="3D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Cambria"/>
              </a:rPr>
              <a:t>Working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Does it actually run on a phone?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8229600" cy="914400"/>
          </a:xfrm>
          <a:prstGeom prst="roundRect">
            <a:avLst/>
          </a:prstGeom>
          <a:solidFill>
            <a:srgbClr val="3D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Cambria"/>
              </a:rPr>
              <a:t>Marae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Could we use this here tomorrow?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3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PARIKINO MARAE  ·  KUPU AI WĀNANGA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D700"/>
                </a:solidFill>
                <a:latin typeface="Cambria"/>
              </a:rPr>
              <a:t>You built something real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Calibri"/>
              </a:rPr>
              <a:t>That is not nothing.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103120"/>
            <a:ext cx="6400800" cy="100584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488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Every tool you used today is free.
You can keep building when you get home.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700"/>
                </a:solidFill>
                <a:latin typeface="Calibri"/>
              </a:rPr>
              <a:t>kupu-ai.vercel.app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claude.ai  ·  github.com  ·  vercel.com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370832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Facilitated by Kelly  ·  Parikino Marae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FACILITATOR TOOL — ONLY USE IF A TEAM IS STUCK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D700"/>
                </a:solidFill>
                <a:latin typeface="Cambria"/>
              </a:rPr>
              <a:t>Still stuck?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  <a:latin typeface="Calibri"/>
              </a:rPr>
              <a:t>Try Option 1 — the Parikino Marae Guide is ready to build. Or answer one of these: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6576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3113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What's the most confusing thing about coming to this marae for the first time?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97480"/>
            <a:ext cx="36576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3405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What do visitors always have to ask about — that should just be obvious?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00400"/>
            <a:ext cx="36576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3697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What would make rangatahi actually want to show up here more?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03320"/>
            <a:ext cx="36576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03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3989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What knowledge about this marae could disappear if nobody captures it now?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36576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mbria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4281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If your nan had one app on her phone to help her at the marae — what would it do?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63440"/>
            <a:ext cx="822960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Your idea doesn't have to be perfect. It has to be real.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